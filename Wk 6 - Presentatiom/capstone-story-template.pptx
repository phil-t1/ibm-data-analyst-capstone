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60" r:id="rId7"/>
    <p:sldId id="261" r:id="rId8"/>
    <p:sldId id="262" r:id="rId9"/>
    <p:sldId id="263" r:id="rId10"/>
    <p:sldId id="258" r:id="rId11"/>
    <p:sldId id="264" r:id="rId12"/>
    <p:sldId id="278" r:id="rId13"/>
    <p:sldId id="279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5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CC9B6-A6C2-46C7-BBB9-C6A60C5C4540}" v="35" dt="2020-10-29T00:07:35.914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67" autoAdjust="0"/>
    <p:restoredTop sz="74189" autoAdjust="0"/>
  </p:normalViewPr>
  <p:slideViewPr>
    <p:cSldViewPr snapToGrid="0" snapToObjects="1" showGuides="1">
      <p:cViewPr varScale="1">
        <p:scale>
          <a:sx n="78" d="100"/>
          <a:sy n="78" d="100"/>
        </p:scale>
        <p:origin x="112" y="9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Hord" userId="7478402321db30a2" providerId="LiveId" clId="{224CC9B6-A6C2-46C7-BBB9-C6A60C5C4540}"/>
    <pc:docChg chg="undo custSel modSld modMainMaster">
      <pc:chgData name="Steve Hord" userId="7478402321db30a2" providerId="LiveId" clId="{224CC9B6-A6C2-46C7-BBB9-C6A60C5C4540}" dt="2020-10-28T23:59:22.999" v="689" actId="478"/>
      <pc:docMkLst>
        <pc:docMk/>
      </pc:docMkLst>
      <pc:sldChg chg="addSp delSp modSp">
        <pc:chgData name="Steve Hord" userId="7478402321db30a2" providerId="LiveId" clId="{224CC9B6-A6C2-46C7-BBB9-C6A60C5C4540}" dt="2020-10-28T23:43:19.879" v="682" actId="478"/>
        <pc:sldMkLst>
          <pc:docMk/>
          <pc:sldMk cId="3237914124" sldId="256"/>
        </pc:sldMkLst>
        <pc:spChg chg="mod">
          <ac:chgData name="Steve Hord" userId="7478402321db30a2" providerId="LiveId" clId="{224CC9B6-A6C2-46C7-BBB9-C6A60C5C4540}" dt="2020-10-28T23:29:05.317" v="644" actId="207"/>
          <ac:spMkLst>
            <pc:docMk/>
            <pc:sldMk cId="3237914124" sldId="256"/>
            <ac:spMk id="2" creationId="{2FE973FE-1F8B-4DED-8DC0-71E987678976}"/>
          </ac:spMkLst>
        </pc:spChg>
        <pc:spChg chg="mod">
          <ac:chgData name="Steve Hord" userId="7478402321db30a2" providerId="LiveId" clId="{224CC9B6-A6C2-46C7-BBB9-C6A60C5C4540}" dt="2020-10-28T22:55:51.283" v="411" actId="12"/>
          <ac:spMkLst>
            <pc:docMk/>
            <pc:sldMk cId="3237914124" sldId="256"/>
            <ac:spMk id="3" creationId="{93383873-F31C-4E31-B4BA-B40D502705CE}"/>
          </ac:spMkLst>
        </pc:spChg>
        <pc:inkChg chg="add del mod">
          <ac:chgData name="Steve Hord" userId="7478402321db30a2" providerId="LiveId" clId="{224CC9B6-A6C2-46C7-BBB9-C6A60C5C4540}" dt="2020-10-28T23:41:36.480" v="681" actId="478"/>
          <ac:inkMkLst>
            <pc:docMk/>
            <pc:sldMk cId="3237914124" sldId="256"/>
            <ac:inkMk id="5" creationId="{664FDE5C-4EDC-4B86-A556-0977F0866D22}"/>
          </ac:inkMkLst>
        </pc:inkChg>
        <pc:inkChg chg="add">
          <ac:chgData name="Steve Hord" userId="7478402321db30a2" providerId="LiveId" clId="{224CC9B6-A6C2-46C7-BBB9-C6A60C5C4540}" dt="2020-10-28T23:00:28.782" v="413" actId="9405"/>
          <ac:inkMkLst>
            <pc:docMk/>
            <pc:sldMk cId="3237914124" sldId="256"/>
            <ac:inkMk id="6" creationId="{BB9E41AB-16C2-481D-B8C5-779DDB04601D}"/>
          </ac:inkMkLst>
        </pc:inkChg>
        <pc:inkChg chg="add">
          <ac:chgData name="Steve Hord" userId="7478402321db30a2" providerId="LiveId" clId="{224CC9B6-A6C2-46C7-BBB9-C6A60C5C4540}" dt="2020-10-28T23:00:30.591" v="414" actId="9405"/>
          <ac:inkMkLst>
            <pc:docMk/>
            <pc:sldMk cId="3237914124" sldId="256"/>
            <ac:inkMk id="7" creationId="{90DC8B94-332B-48F1-BD44-5D8DC140F977}"/>
          </ac:inkMkLst>
        </pc:inkChg>
        <pc:inkChg chg="add">
          <ac:chgData name="Steve Hord" userId="7478402321db30a2" providerId="LiveId" clId="{224CC9B6-A6C2-46C7-BBB9-C6A60C5C4540}" dt="2020-10-28T23:00:30.929" v="415" actId="9405"/>
          <ac:inkMkLst>
            <pc:docMk/>
            <pc:sldMk cId="3237914124" sldId="256"/>
            <ac:inkMk id="8" creationId="{E975E1FA-D9DC-4E9B-96CB-AF4B208FDD0D}"/>
          </ac:inkMkLst>
        </pc:inkChg>
        <pc:inkChg chg="add">
          <ac:chgData name="Steve Hord" userId="7478402321db30a2" providerId="LiveId" clId="{224CC9B6-A6C2-46C7-BBB9-C6A60C5C4540}" dt="2020-10-28T23:00:31.555" v="416" actId="9405"/>
          <ac:inkMkLst>
            <pc:docMk/>
            <pc:sldMk cId="3237914124" sldId="256"/>
            <ac:inkMk id="9" creationId="{454E5C77-5960-45F2-A8F4-437BBCEB11F6}"/>
          </ac:inkMkLst>
        </pc:inkChg>
        <pc:inkChg chg="add">
          <ac:chgData name="Steve Hord" userId="7478402321db30a2" providerId="LiveId" clId="{224CC9B6-A6C2-46C7-BBB9-C6A60C5C4540}" dt="2020-10-28T23:00:31.882" v="417" actId="9405"/>
          <ac:inkMkLst>
            <pc:docMk/>
            <pc:sldMk cId="3237914124" sldId="256"/>
            <ac:inkMk id="10" creationId="{0599CA86-0AA4-43B0-9BD8-C408990EDF1F}"/>
          </ac:inkMkLst>
        </pc:inkChg>
        <pc:inkChg chg="add del">
          <ac:chgData name="Steve Hord" userId="7478402321db30a2" providerId="LiveId" clId="{224CC9B6-A6C2-46C7-BBB9-C6A60C5C4540}" dt="2020-10-28T23:43:19.879" v="682" actId="478"/>
          <ac:inkMkLst>
            <pc:docMk/>
            <pc:sldMk cId="3237914124" sldId="256"/>
            <ac:inkMk id="11" creationId="{69CEBC84-7EBD-4396-A681-9076CEF8553B}"/>
          </ac:inkMkLst>
        </pc:inkChg>
        <pc:inkChg chg="add del">
          <ac:chgData name="Steve Hord" userId="7478402321db30a2" providerId="LiveId" clId="{224CC9B6-A6C2-46C7-BBB9-C6A60C5C4540}" dt="2020-10-28T23:41:22.775" v="648" actId="478"/>
          <ac:inkMkLst>
            <pc:docMk/>
            <pc:sldMk cId="3237914124" sldId="256"/>
            <ac:inkMk id="12" creationId="{C32B7472-AF96-4D1D-8416-1DB931AEE779}"/>
          </ac:inkMkLst>
        </pc:inkChg>
        <pc:inkChg chg="add">
          <ac:chgData name="Steve Hord" userId="7478402321db30a2" providerId="LiveId" clId="{224CC9B6-A6C2-46C7-BBB9-C6A60C5C4540}" dt="2020-10-28T23:00:57.241" v="420" actId="9405"/>
          <ac:inkMkLst>
            <pc:docMk/>
            <pc:sldMk cId="3237914124" sldId="256"/>
            <ac:inkMk id="13" creationId="{F01B0B0D-23C0-406D-81B1-53560BEA6080}"/>
          </ac:inkMkLst>
        </pc:inkChg>
        <pc:inkChg chg="add">
          <ac:chgData name="Steve Hord" userId="7478402321db30a2" providerId="LiveId" clId="{224CC9B6-A6C2-46C7-BBB9-C6A60C5C4540}" dt="2020-10-28T23:02:33.154" v="429" actId="9405"/>
          <ac:inkMkLst>
            <pc:docMk/>
            <pc:sldMk cId="3237914124" sldId="256"/>
            <ac:inkMk id="14" creationId="{0E36B71F-8617-4B05-A565-CA68910B66AF}"/>
          </ac:inkMkLst>
        </pc:inkChg>
        <pc:inkChg chg="add">
          <ac:chgData name="Steve Hord" userId="7478402321db30a2" providerId="LiveId" clId="{224CC9B6-A6C2-46C7-BBB9-C6A60C5C4540}" dt="2020-10-28T23:02:34.042" v="430" actId="9405"/>
          <ac:inkMkLst>
            <pc:docMk/>
            <pc:sldMk cId="3237914124" sldId="256"/>
            <ac:inkMk id="15" creationId="{C3E9255F-D54C-4938-861C-0719B95285A6}"/>
          </ac:inkMkLst>
        </pc:inkChg>
        <pc:inkChg chg="add">
          <ac:chgData name="Steve Hord" userId="7478402321db30a2" providerId="LiveId" clId="{224CC9B6-A6C2-46C7-BBB9-C6A60C5C4540}" dt="2020-10-28T23:02:34.713" v="431" actId="9405"/>
          <ac:inkMkLst>
            <pc:docMk/>
            <pc:sldMk cId="3237914124" sldId="256"/>
            <ac:inkMk id="16" creationId="{63A7B024-B577-4CAE-BEB0-A6669B501358}"/>
          </ac:inkMkLst>
        </pc:inkChg>
        <pc:inkChg chg="add">
          <ac:chgData name="Steve Hord" userId="7478402321db30a2" providerId="LiveId" clId="{224CC9B6-A6C2-46C7-BBB9-C6A60C5C4540}" dt="2020-10-28T23:02:36.608" v="432" actId="9405"/>
          <ac:inkMkLst>
            <pc:docMk/>
            <pc:sldMk cId="3237914124" sldId="256"/>
            <ac:inkMk id="17" creationId="{E0A5D064-5764-4BC6-889A-E61EBBCB274B}"/>
          </ac:inkMkLst>
        </pc:inkChg>
        <pc:inkChg chg="add">
          <ac:chgData name="Steve Hord" userId="7478402321db30a2" providerId="LiveId" clId="{224CC9B6-A6C2-46C7-BBB9-C6A60C5C4540}" dt="2020-10-28T23:02:37.363" v="433" actId="9405"/>
          <ac:inkMkLst>
            <pc:docMk/>
            <pc:sldMk cId="3237914124" sldId="256"/>
            <ac:inkMk id="18" creationId="{2CB02C25-2F1E-43D4-A77C-3F295035E347}"/>
          </ac:inkMkLst>
        </pc:inkChg>
        <pc:inkChg chg="add">
          <ac:chgData name="Steve Hord" userId="7478402321db30a2" providerId="LiveId" clId="{224CC9B6-A6C2-46C7-BBB9-C6A60C5C4540}" dt="2020-10-28T23:02:38.904" v="434" actId="9405"/>
          <ac:inkMkLst>
            <pc:docMk/>
            <pc:sldMk cId="3237914124" sldId="256"/>
            <ac:inkMk id="19" creationId="{4BA54EC1-BC0A-44CE-B6F6-610C5C43FEAF}"/>
          </ac:inkMkLst>
        </pc:inkChg>
        <pc:inkChg chg="add">
          <ac:chgData name="Steve Hord" userId="7478402321db30a2" providerId="LiveId" clId="{224CC9B6-A6C2-46C7-BBB9-C6A60C5C4540}" dt="2020-10-28T23:02:39.435" v="435" actId="9405"/>
          <ac:inkMkLst>
            <pc:docMk/>
            <pc:sldMk cId="3237914124" sldId="256"/>
            <ac:inkMk id="20" creationId="{A047CCDF-AC55-4CA2-8CC2-5DEAB5DBDA79}"/>
          </ac:inkMkLst>
        </pc:inkChg>
        <pc:inkChg chg="add">
          <ac:chgData name="Steve Hord" userId="7478402321db30a2" providerId="LiveId" clId="{224CC9B6-A6C2-46C7-BBB9-C6A60C5C4540}" dt="2020-10-28T23:02:40.498" v="436" actId="9405"/>
          <ac:inkMkLst>
            <pc:docMk/>
            <pc:sldMk cId="3237914124" sldId="256"/>
            <ac:inkMk id="21" creationId="{5C113320-A213-4066-90BD-CDA6F321CA37}"/>
          </ac:inkMkLst>
        </pc:inkChg>
        <pc:inkChg chg="add">
          <ac:chgData name="Steve Hord" userId="7478402321db30a2" providerId="LiveId" clId="{224CC9B6-A6C2-46C7-BBB9-C6A60C5C4540}" dt="2020-10-28T23:03:11.427" v="447" actId="9405"/>
          <ac:inkMkLst>
            <pc:docMk/>
            <pc:sldMk cId="3237914124" sldId="256"/>
            <ac:inkMk id="22" creationId="{E393B7F9-52EB-4DF0-9F3C-D38FF4077920}"/>
          </ac:inkMkLst>
        </pc:inkChg>
        <pc:inkChg chg="add">
          <ac:chgData name="Steve Hord" userId="7478402321db30a2" providerId="LiveId" clId="{224CC9B6-A6C2-46C7-BBB9-C6A60C5C4540}" dt="2020-10-28T23:03:33.458" v="448" actId="9405"/>
          <ac:inkMkLst>
            <pc:docMk/>
            <pc:sldMk cId="3237914124" sldId="256"/>
            <ac:inkMk id="23" creationId="{34B2D232-CEF5-419B-B1A5-8DBEA2B7E54F}"/>
          </ac:inkMkLst>
        </pc:inkChg>
        <pc:inkChg chg="add">
          <ac:chgData name="Steve Hord" userId="7478402321db30a2" providerId="LiveId" clId="{224CC9B6-A6C2-46C7-BBB9-C6A60C5C4540}" dt="2020-10-28T23:03:36.957" v="449" actId="9405"/>
          <ac:inkMkLst>
            <pc:docMk/>
            <pc:sldMk cId="3237914124" sldId="256"/>
            <ac:inkMk id="24" creationId="{362E2CCD-E783-4EB0-A449-D3A45EEDACA1}"/>
          </ac:inkMkLst>
        </pc:inkChg>
        <pc:inkChg chg="add">
          <ac:chgData name="Steve Hord" userId="7478402321db30a2" providerId="LiveId" clId="{224CC9B6-A6C2-46C7-BBB9-C6A60C5C4540}" dt="2020-10-28T23:03:37.444" v="450" actId="9405"/>
          <ac:inkMkLst>
            <pc:docMk/>
            <pc:sldMk cId="3237914124" sldId="256"/>
            <ac:inkMk id="25" creationId="{3A6B9D4B-B599-4E13-8CD4-9AE1EA05DD38}"/>
          </ac:inkMkLst>
        </pc:inkChg>
        <pc:inkChg chg="add">
          <ac:chgData name="Steve Hord" userId="7478402321db30a2" providerId="LiveId" clId="{224CC9B6-A6C2-46C7-BBB9-C6A60C5C4540}" dt="2020-10-28T23:03:38.508" v="451" actId="9405"/>
          <ac:inkMkLst>
            <pc:docMk/>
            <pc:sldMk cId="3237914124" sldId="256"/>
            <ac:inkMk id="26" creationId="{915EBC98-2995-4202-8847-0A06CF184801}"/>
          </ac:inkMkLst>
        </pc:inkChg>
        <pc:inkChg chg="add">
          <ac:chgData name="Steve Hord" userId="7478402321db30a2" providerId="LiveId" clId="{224CC9B6-A6C2-46C7-BBB9-C6A60C5C4540}" dt="2020-10-28T23:03:56.859" v="452" actId="9405"/>
          <ac:inkMkLst>
            <pc:docMk/>
            <pc:sldMk cId="3237914124" sldId="256"/>
            <ac:inkMk id="27" creationId="{45DA6E77-6091-41F4-942A-0F309A3D2009}"/>
          </ac:inkMkLst>
        </pc:inkChg>
        <pc:inkChg chg="add">
          <ac:chgData name="Steve Hord" userId="7478402321db30a2" providerId="LiveId" clId="{224CC9B6-A6C2-46C7-BBB9-C6A60C5C4540}" dt="2020-10-28T23:04:38.529" v="453" actId="9405"/>
          <ac:inkMkLst>
            <pc:docMk/>
            <pc:sldMk cId="3237914124" sldId="256"/>
            <ac:inkMk id="28" creationId="{E3F3AD06-2FD6-4505-B7DB-A8FB3DED0B43}"/>
          </ac:inkMkLst>
        </pc:inkChg>
        <pc:inkChg chg="add del">
          <ac:chgData name="Steve Hord" userId="7478402321db30a2" providerId="LiveId" clId="{224CC9B6-A6C2-46C7-BBB9-C6A60C5C4540}" dt="2020-10-28T23:36:33.351" v="646" actId="9405"/>
          <ac:inkMkLst>
            <pc:docMk/>
            <pc:sldMk cId="3237914124" sldId="256"/>
            <ac:inkMk id="29" creationId="{FC14F4E6-E521-4EC4-BDD3-F661908AFB0D}"/>
          </ac:inkMkLst>
        </pc:inkChg>
        <pc:inkChg chg="add">
          <ac:chgData name="Steve Hord" userId="7478402321db30a2" providerId="LiveId" clId="{224CC9B6-A6C2-46C7-BBB9-C6A60C5C4540}" dt="2020-10-28T23:37:51.257" v="647" actId="9405"/>
          <ac:inkMkLst>
            <pc:docMk/>
            <pc:sldMk cId="3237914124" sldId="256"/>
            <ac:inkMk id="30" creationId="{C9248AF4-5127-48C9-B6A2-758110871291}"/>
          </ac:inkMkLst>
        </pc:inkChg>
      </pc:sldChg>
      <pc:sldChg chg="addSp delSp modSp">
        <pc:chgData name="Steve Hord" userId="7478402321db30a2" providerId="LiveId" clId="{224CC9B6-A6C2-46C7-BBB9-C6A60C5C4540}" dt="2020-10-28T23:59:03.309" v="686" actId="478"/>
        <pc:sldMkLst>
          <pc:docMk/>
          <pc:sldMk cId="1339210688" sldId="257"/>
        </pc:sldMkLst>
        <pc:picChg chg="add mod ord">
          <ac:chgData name="Steve Hord" userId="7478402321db30a2" providerId="LiveId" clId="{224CC9B6-A6C2-46C7-BBB9-C6A60C5C4540}" dt="2020-10-28T23:16:49.707" v="633" actId="167"/>
          <ac:picMkLst>
            <pc:docMk/>
            <pc:sldMk cId="1339210688" sldId="257"/>
            <ac:picMk id="4" creationId="{9B37F9FA-3571-49C2-8811-B1159FCC0D6D}"/>
          </ac:picMkLst>
        </pc:picChg>
        <pc:picChg chg="del">
          <ac:chgData name="Steve Hord" userId="7478402321db30a2" providerId="LiveId" clId="{224CC9B6-A6C2-46C7-BBB9-C6A60C5C4540}" dt="2020-10-28T22:24:02.319" v="161"/>
          <ac:picMkLst>
            <pc:docMk/>
            <pc:sldMk cId="1339210688" sldId="257"/>
            <ac:picMk id="4" creationId="{BB8BCD0B-C663-48F9-B72B-E6B77C5BD02D}"/>
          </ac:picMkLst>
        </pc:picChg>
        <pc:picChg chg="add del mod">
          <ac:chgData name="Steve Hord" userId="7478402321db30a2" providerId="LiveId" clId="{224CC9B6-A6C2-46C7-BBB9-C6A60C5C4540}" dt="2020-10-28T23:59:02.119" v="685" actId="478"/>
          <ac:picMkLst>
            <pc:docMk/>
            <pc:sldMk cId="1339210688" sldId="257"/>
            <ac:picMk id="5" creationId="{853CF8EF-ED2E-46AE-A3CC-35FDB58937EB}"/>
          </ac:picMkLst>
        </pc:picChg>
        <pc:picChg chg="add del mod">
          <ac:chgData name="Steve Hord" userId="7478402321db30a2" providerId="LiveId" clId="{224CC9B6-A6C2-46C7-BBB9-C6A60C5C4540}" dt="2020-10-28T23:59:00.284" v="684" actId="478"/>
          <ac:picMkLst>
            <pc:docMk/>
            <pc:sldMk cId="1339210688" sldId="257"/>
            <ac:picMk id="6" creationId="{793A0DB6-57CF-4702-9240-EE06BC65B891}"/>
          </ac:picMkLst>
        </pc:picChg>
        <pc:picChg chg="add del mod">
          <ac:chgData name="Steve Hord" userId="7478402321db30a2" providerId="LiveId" clId="{224CC9B6-A6C2-46C7-BBB9-C6A60C5C4540}" dt="2020-10-28T23:58:58.690" v="683" actId="478"/>
          <ac:picMkLst>
            <pc:docMk/>
            <pc:sldMk cId="1339210688" sldId="257"/>
            <ac:picMk id="7" creationId="{6560B30D-242C-4EF2-A222-42DA8EFAC487}"/>
          </ac:picMkLst>
        </pc:picChg>
        <pc:picChg chg="add del mod">
          <ac:chgData name="Steve Hord" userId="7478402321db30a2" providerId="LiveId" clId="{224CC9B6-A6C2-46C7-BBB9-C6A60C5C4540}" dt="2020-10-28T23:59:03.309" v="686" actId="478"/>
          <ac:picMkLst>
            <pc:docMk/>
            <pc:sldMk cId="1339210688" sldId="257"/>
            <ac:picMk id="8" creationId="{B73E49F2-94B3-4B75-90EE-6AD198FC93E5}"/>
          </ac:picMkLst>
        </pc:picChg>
        <pc:inkChg chg="add">
          <ac:chgData name="Steve Hord" userId="7478402321db30a2" providerId="LiveId" clId="{224CC9B6-A6C2-46C7-BBB9-C6A60C5C4540}" dt="2020-10-28T23:02:44.360" v="437" actId="9405"/>
          <ac:inkMkLst>
            <pc:docMk/>
            <pc:sldMk cId="1339210688" sldId="257"/>
            <ac:inkMk id="9" creationId="{1A185CBD-ED91-4F24-BEB9-8E33AD8AC3B1}"/>
          </ac:inkMkLst>
        </pc:inkChg>
        <pc:inkChg chg="add">
          <ac:chgData name="Steve Hord" userId="7478402321db30a2" providerId="LiveId" clId="{224CC9B6-A6C2-46C7-BBB9-C6A60C5C4540}" dt="2020-10-28T23:02:45.199" v="438" actId="9405"/>
          <ac:inkMkLst>
            <pc:docMk/>
            <pc:sldMk cId="1339210688" sldId="257"/>
            <ac:inkMk id="10" creationId="{032BD37A-4777-4658-98DC-561C88BBD6B5}"/>
          </ac:inkMkLst>
        </pc:inkChg>
        <pc:inkChg chg="add">
          <ac:chgData name="Steve Hord" userId="7478402321db30a2" providerId="LiveId" clId="{224CC9B6-A6C2-46C7-BBB9-C6A60C5C4540}" dt="2020-10-28T23:02:45.764" v="439" actId="9405"/>
          <ac:inkMkLst>
            <pc:docMk/>
            <pc:sldMk cId="1339210688" sldId="257"/>
            <ac:inkMk id="11" creationId="{8D6F0DE4-0F5C-4DBC-980B-FA84561A37BD}"/>
          </ac:inkMkLst>
        </pc:inkChg>
        <pc:inkChg chg="add">
          <ac:chgData name="Steve Hord" userId="7478402321db30a2" providerId="LiveId" clId="{224CC9B6-A6C2-46C7-BBB9-C6A60C5C4540}" dt="2020-10-28T23:02:46.202" v="440" actId="9405"/>
          <ac:inkMkLst>
            <pc:docMk/>
            <pc:sldMk cId="1339210688" sldId="257"/>
            <ac:inkMk id="12" creationId="{24F830F4-CC15-48E6-AB15-04ED683CA04A}"/>
          </ac:inkMkLst>
        </pc:inkChg>
        <pc:inkChg chg="add">
          <ac:chgData name="Steve Hord" userId="7478402321db30a2" providerId="LiveId" clId="{224CC9B6-A6C2-46C7-BBB9-C6A60C5C4540}" dt="2020-10-28T23:02:53.893" v="441" actId="9405"/>
          <ac:inkMkLst>
            <pc:docMk/>
            <pc:sldMk cId="1339210688" sldId="257"/>
            <ac:inkMk id="13" creationId="{18EA1C91-5384-4260-8EC9-8379C643441C}"/>
          </ac:inkMkLst>
        </pc:inkChg>
        <pc:inkChg chg="add">
          <ac:chgData name="Steve Hord" userId="7478402321db30a2" providerId="LiveId" clId="{224CC9B6-A6C2-46C7-BBB9-C6A60C5C4540}" dt="2020-10-28T23:03:01.423" v="442" actId="9405"/>
          <ac:inkMkLst>
            <pc:docMk/>
            <pc:sldMk cId="1339210688" sldId="257"/>
            <ac:inkMk id="14" creationId="{97E9F6ED-ACEE-438F-A76C-C66263E59B33}"/>
          </ac:inkMkLst>
        </pc:inkChg>
        <pc:inkChg chg="add">
          <ac:chgData name="Steve Hord" userId="7478402321db30a2" providerId="LiveId" clId="{224CC9B6-A6C2-46C7-BBB9-C6A60C5C4540}" dt="2020-10-28T23:03:01.879" v="443" actId="9405"/>
          <ac:inkMkLst>
            <pc:docMk/>
            <pc:sldMk cId="1339210688" sldId="257"/>
            <ac:inkMk id="15" creationId="{EA56CB11-8AE3-4EA0-B556-BBB572803B07}"/>
          </ac:inkMkLst>
        </pc:inkChg>
        <pc:inkChg chg="add">
          <ac:chgData name="Steve Hord" userId="7478402321db30a2" providerId="LiveId" clId="{224CC9B6-A6C2-46C7-BBB9-C6A60C5C4540}" dt="2020-10-28T23:03:02.265" v="444" actId="9405"/>
          <ac:inkMkLst>
            <pc:docMk/>
            <pc:sldMk cId="1339210688" sldId="257"/>
            <ac:inkMk id="16" creationId="{78E27AEC-BDF9-49A4-A10A-6F5F64F01EEA}"/>
          </ac:inkMkLst>
        </pc:inkChg>
        <pc:inkChg chg="add">
          <ac:chgData name="Steve Hord" userId="7478402321db30a2" providerId="LiveId" clId="{224CC9B6-A6C2-46C7-BBB9-C6A60C5C4540}" dt="2020-10-28T23:03:02.610" v="445" actId="9405"/>
          <ac:inkMkLst>
            <pc:docMk/>
            <pc:sldMk cId="1339210688" sldId="257"/>
            <ac:inkMk id="17" creationId="{00D1CCCF-5EBB-4FB3-A293-78C28946220A}"/>
          </ac:inkMkLst>
        </pc:inkChg>
        <pc:inkChg chg="add">
          <ac:chgData name="Steve Hord" userId="7478402321db30a2" providerId="LiveId" clId="{224CC9B6-A6C2-46C7-BBB9-C6A60C5C4540}" dt="2020-10-28T23:03:03.924" v="446" actId="9405"/>
          <ac:inkMkLst>
            <pc:docMk/>
            <pc:sldMk cId="1339210688" sldId="257"/>
            <ac:inkMk id="18" creationId="{0EC3AB97-946C-4D62-AEB0-E11D486AFBF0}"/>
          </ac:inkMkLst>
        </pc:inkChg>
      </pc:sldChg>
      <pc:sldChg chg="modSp">
        <pc:chgData name="Steve Hord" userId="7478402321db30a2" providerId="LiveId" clId="{224CC9B6-A6C2-46C7-BBB9-C6A60C5C4540}" dt="2020-10-28T23:18:22.378" v="642" actId="27636"/>
        <pc:sldMkLst>
          <pc:docMk/>
          <pc:sldMk cId="3083623366" sldId="260"/>
        </pc:sldMkLst>
        <pc:spChg chg="mod">
          <ac:chgData name="Steve Hord" userId="7478402321db30a2" providerId="LiveId" clId="{224CC9B6-A6C2-46C7-BBB9-C6A60C5C4540}" dt="2020-10-28T23:18:22.378" v="642" actId="27636"/>
          <ac:spMkLst>
            <pc:docMk/>
            <pc:sldMk cId="3083623366" sldId="260"/>
            <ac:spMk id="3" creationId="{902FD5C4-FE5F-46D2-ABC9-49FA4BB8442F}"/>
          </ac:spMkLst>
        </pc:spChg>
      </pc:sldChg>
      <pc:sldChg chg="addSp delSp modSp">
        <pc:chgData name="Steve Hord" userId="7478402321db30a2" providerId="LiveId" clId="{224CC9B6-A6C2-46C7-BBB9-C6A60C5C4540}" dt="2020-10-28T23:59:09.194" v="687" actId="478"/>
        <pc:sldMkLst>
          <pc:docMk/>
          <pc:sldMk cId="710623681" sldId="261"/>
        </pc:sldMkLst>
        <pc:picChg chg="mod">
          <ac:chgData name="Steve Hord" userId="7478402321db30a2" providerId="LiveId" clId="{224CC9B6-A6C2-46C7-BBB9-C6A60C5C4540}" dt="2020-10-28T22:36:36.345" v="382" actId="14100"/>
          <ac:picMkLst>
            <pc:docMk/>
            <pc:sldMk cId="710623681" sldId="261"/>
            <ac:picMk id="4" creationId="{EE158731-59BB-48A2-A901-D7C35E91BA10}"/>
          </ac:picMkLst>
        </pc:picChg>
        <pc:picChg chg="add del mod">
          <ac:chgData name="Steve Hord" userId="7478402321db30a2" providerId="LiveId" clId="{224CC9B6-A6C2-46C7-BBB9-C6A60C5C4540}" dt="2020-10-28T23:59:09.194" v="687" actId="478"/>
          <ac:picMkLst>
            <pc:docMk/>
            <pc:sldMk cId="710623681" sldId="261"/>
            <ac:picMk id="6" creationId="{38A44285-5189-4D0A-8701-C2B5E42B5518}"/>
          </ac:picMkLst>
        </pc:picChg>
      </pc:sldChg>
      <pc:sldChg chg="modSp">
        <pc:chgData name="Steve Hord" userId="7478402321db30a2" providerId="LiveId" clId="{224CC9B6-A6C2-46C7-BBB9-C6A60C5C4540}" dt="2020-10-28T23:21:26.804" v="643" actId="20577"/>
        <pc:sldMkLst>
          <pc:docMk/>
          <pc:sldMk cId="452859177" sldId="262"/>
        </pc:sldMkLst>
        <pc:spChg chg="mod">
          <ac:chgData name="Steve Hord" userId="7478402321db30a2" providerId="LiveId" clId="{224CC9B6-A6C2-46C7-BBB9-C6A60C5C4540}" dt="2020-10-28T23:21:26.804" v="643" actId="20577"/>
          <ac:spMkLst>
            <pc:docMk/>
            <pc:sldMk cId="452859177" sldId="262"/>
            <ac:spMk id="3" creationId="{902FD5C4-FE5F-46D2-ABC9-49FA4BB8442F}"/>
          </ac:spMkLst>
        </pc:spChg>
      </pc:sldChg>
      <pc:sldChg chg="addSp delSp modSp">
        <pc:chgData name="Steve Hord" userId="7478402321db30a2" providerId="LiveId" clId="{224CC9B6-A6C2-46C7-BBB9-C6A60C5C4540}" dt="2020-10-28T23:59:22.999" v="689" actId="478"/>
        <pc:sldMkLst>
          <pc:docMk/>
          <pc:sldMk cId="2161130591" sldId="272"/>
        </pc:sldMkLst>
        <pc:picChg chg="del mod">
          <ac:chgData name="Steve Hord" userId="7478402321db30a2" providerId="LiveId" clId="{224CC9B6-A6C2-46C7-BBB9-C6A60C5C4540}" dt="2020-10-28T23:10:18.699" v="471" actId="478"/>
          <ac:picMkLst>
            <pc:docMk/>
            <pc:sldMk cId="2161130591" sldId="272"/>
            <ac:picMk id="4" creationId="{C1FCEFC0-D7CE-430F-A1AC-AC17331EFD14}"/>
          </ac:picMkLst>
        </pc:picChg>
        <pc:picChg chg="del">
          <ac:chgData name="Steve Hord" userId="7478402321db30a2" providerId="LiveId" clId="{224CC9B6-A6C2-46C7-BBB9-C6A60C5C4540}" dt="2020-10-28T23:59:21.027" v="688" actId="478"/>
          <ac:picMkLst>
            <pc:docMk/>
            <pc:sldMk cId="2161130591" sldId="272"/>
            <ac:picMk id="6" creationId="{998DDB99-D494-444C-96D1-7AB5393DD65C}"/>
          </ac:picMkLst>
        </pc:picChg>
        <pc:picChg chg="add del mod">
          <ac:chgData name="Steve Hord" userId="7478402321db30a2" providerId="LiveId" clId="{224CC9B6-A6C2-46C7-BBB9-C6A60C5C4540}" dt="2020-10-28T23:59:22.999" v="689" actId="478"/>
          <ac:picMkLst>
            <pc:docMk/>
            <pc:sldMk cId="2161130591" sldId="272"/>
            <ac:picMk id="7" creationId="{EF1CDD4D-CAA0-4B1F-A12B-650B712F4B73}"/>
          </ac:picMkLst>
        </pc:picChg>
      </pc:sldChg>
      <pc:sldMasterChg chg="modSldLayout">
        <pc:chgData name="Steve Hord" userId="7478402321db30a2" providerId="LiveId" clId="{224CC9B6-A6C2-46C7-BBB9-C6A60C5C4540}" dt="2020-10-28T23:01:58.349" v="428" actId="9405"/>
        <pc:sldMasterMkLst>
          <pc:docMk/>
          <pc:sldMasterMk cId="1270442930" sldId="2147483660"/>
        </pc:sldMasterMkLst>
        <pc:sldLayoutChg chg="addSp">
          <pc:chgData name="Steve Hord" userId="7478402321db30a2" providerId="LiveId" clId="{224CC9B6-A6C2-46C7-BBB9-C6A60C5C4540}" dt="2020-10-28T23:01:58.349" v="428" actId="9405"/>
          <pc:sldLayoutMkLst>
            <pc:docMk/>
            <pc:sldMasterMk cId="1270442930" sldId="2147483660"/>
            <pc:sldLayoutMk cId="2871343567" sldId="2147483664"/>
          </pc:sldLayoutMkLst>
          <pc:inkChg chg="add">
            <ac:chgData name="Steve Hord" userId="7478402321db30a2" providerId="LiveId" clId="{224CC9B6-A6C2-46C7-BBB9-C6A60C5C4540}" dt="2020-10-28T23:01:52.131" v="421" actId="9405"/>
            <ac:inkMkLst>
              <pc:docMk/>
              <pc:sldMasterMk cId="1270442930" sldId="2147483660"/>
              <pc:sldLayoutMk cId="2871343567" sldId="2147483664"/>
              <ac:inkMk id="5" creationId="{7F3045DE-3AB7-4E3E-A391-4F9107A8F8C9}"/>
            </ac:inkMkLst>
          </pc:inkChg>
          <pc:inkChg chg="add">
            <ac:chgData name="Steve Hord" userId="7478402321db30a2" providerId="LiveId" clId="{224CC9B6-A6C2-46C7-BBB9-C6A60C5C4540}" dt="2020-10-28T23:01:52.487" v="422" actId="9405"/>
            <ac:inkMkLst>
              <pc:docMk/>
              <pc:sldMasterMk cId="1270442930" sldId="2147483660"/>
              <pc:sldLayoutMk cId="2871343567" sldId="2147483664"/>
              <ac:inkMk id="6" creationId="{B64BE9BD-96C6-496B-8F87-BF8B5FE6878E}"/>
            </ac:inkMkLst>
          </pc:inkChg>
          <pc:inkChg chg="add">
            <ac:chgData name="Steve Hord" userId="7478402321db30a2" providerId="LiveId" clId="{224CC9B6-A6C2-46C7-BBB9-C6A60C5C4540}" dt="2020-10-28T23:01:55.176" v="423" actId="9405"/>
            <ac:inkMkLst>
              <pc:docMk/>
              <pc:sldMasterMk cId="1270442930" sldId="2147483660"/>
              <pc:sldLayoutMk cId="2871343567" sldId="2147483664"/>
              <ac:inkMk id="7" creationId="{5547CB02-1206-4981-BA1F-98056CC7D0F6}"/>
            </ac:inkMkLst>
          </pc:inkChg>
          <pc:inkChg chg="add">
            <ac:chgData name="Steve Hord" userId="7478402321db30a2" providerId="LiveId" clId="{224CC9B6-A6C2-46C7-BBB9-C6A60C5C4540}" dt="2020-10-28T23:01:55.519" v="424" actId="9405"/>
            <ac:inkMkLst>
              <pc:docMk/>
              <pc:sldMasterMk cId="1270442930" sldId="2147483660"/>
              <pc:sldLayoutMk cId="2871343567" sldId="2147483664"/>
              <ac:inkMk id="9" creationId="{00AC9549-295A-481F-BAC1-D217607B1470}"/>
            </ac:inkMkLst>
          </pc:inkChg>
          <pc:inkChg chg="add">
            <ac:chgData name="Steve Hord" userId="7478402321db30a2" providerId="LiveId" clId="{224CC9B6-A6C2-46C7-BBB9-C6A60C5C4540}" dt="2020-10-28T23:01:55.860" v="425" actId="9405"/>
            <ac:inkMkLst>
              <pc:docMk/>
              <pc:sldMasterMk cId="1270442930" sldId="2147483660"/>
              <pc:sldLayoutMk cId="2871343567" sldId="2147483664"/>
              <ac:inkMk id="10" creationId="{582B34FC-FED6-4B35-B336-2C001BF70FEA}"/>
            </ac:inkMkLst>
          </pc:inkChg>
          <pc:inkChg chg="add">
            <ac:chgData name="Steve Hord" userId="7478402321db30a2" providerId="LiveId" clId="{224CC9B6-A6C2-46C7-BBB9-C6A60C5C4540}" dt="2020-10-28T23:01:56.207" v="426" actId="9405"/>
            <ac:inkMkLst>
              <pc:docMk/>
              <pc:sldMasterMk cId="1270442930" sldId="2147483660"/>
              <pc:sldLayoutMk cId="2871343567" sldId="2147483664"/>
              <ac:inkMk id="11" creationId="{E937588D-ADB8-4462-B727-CA3C34F68C66}"/>
            </ac:inkMkLst>
          </pc:inkChg>
          <pc:inkChg chg="add">
            <ac:chgData name="Steve Hord" userId="7478402321db30a2" providerId="LiveId" clId="{224CC9B6-A6C2-46C7-BBB9-C6A60C5C4540}" dt="2020-10-28T23:01:56.539" v="427" actId="9405"/>
            <ac:inkMkLst>
              <pc:docMk/>
              <pc:sldMasterMk cId="1270442930" sldId="2147483660"/>
              <pc:sldLayoutMk cId="2871343567" sldId="2147483664"/>
              <ac:inkMk id="12" creationId="{30649580-583C-4B6A-9755-80D062662B47}"/>
            </ac:inkMkLst>
          </pc:inkChg>
          <pc:inkChg chg="add">
            <ac:chgData name="Steve Hord" userId="7478402321db30a2" providerId="LiveId" clId="{224CC9B6-A6C2-46C7-BBB9-C6A60C5C4540}" dt="2020-10-28T23:01:58.349" v="428" actId="9405"/>
            <ac:inkMkLst>
              <pc:docMk/>
              <pc:sldMasterMk cId="1270442930" sldId="2147483660"/>
              <pc:sldLayoutMk cId="2871343567" sldId="2147483664"/>
              <ac:inkMk id="13" creationId="{C563E662-A115-4BA9-A520-DAB1F8FFDBA4}"/>
            </ac:inkMkLst>
          </pc:ink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13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1,'4'0,"1"0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2.4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17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5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5.86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20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6.53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1:58.3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28.78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3862 105,'-1271'0,"1156"-5,-24-7,-86-4,-555 14,398 3,346-3,0-2,1-1,-1-2,-10-4,-70-13,-19 12,0 6,-61 8,66 0,86 2,44-4,0 0,0 0,0 0,-1 0,1 0,0 0,0 0,0 1,0-1,-1 0,1 0,0 0,0 0,0 0,0 0,-1 0,1 0,0 0,0 1,0-1,0 0,0 0,0 0,0 0,-1 0,1 1,0-1,0 0,0 0,0 0,0 0,0 1,0-1,0 0,0 0,0 0,0 1,0-1,0 0,0 0,0 0,0 0,0 1,0-1,0 0,0 0,0 0,0 0,1 1,-1-1,0 0,20 10,43 10,61 11,-29-8,63 10,2-7,83 0,-79-10,0 7,60 20,-165-29,0-2,1-3,1-3,53-2,1709-7,-1834 2,-1-1,1 0,0 0,0-1,0-1,-36-8,-207-29,-83 4,242 22,66 9,0 1,-1 2,-2 1,-72 2,54 2,0-3,-42-6,52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59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0.92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5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31.88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0:57.24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14,'0'-6,"0"-2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3.15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04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4.71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0,'-6'0,"-1"0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6.6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7.3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8.90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39.4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0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11.42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3.4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6.95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7.44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38.50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56.85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0,'0'6,"0"7,-6 2,-7-2,-14-3,-1-3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4:38.52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0,'5'0,"3"0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37:51.25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4.35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1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5.76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46.20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2:53.8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0,'11'0,"10"0,1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42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1.8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26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2.61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8T23:03:03.92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51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12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3.xml"/><Relationship Id="rId11" Type="http://schemas.openxmlformats.org/officeDocument/2006/relationships/customXml" Target="../ink/ink8.xml"/><Relationship Id="rId5" Type="http://schemas.openxmlformats.org/officeDocument/2006/relationships/image" Target="../media/image5.png"/><Relationship Id="rId10" Type="http://schemas.openxmlformats.org/officeDocument/2006/relationships/customXml" Target="../ink/ink7.xml"/><Relationship Id="rId4" Type="http://schemas.openxmlformats.org/officeDocument/2006/relationships/customXml" Target="../ink/ink2.xml"/><Relationship Id="rId9" Type="http://schemas.openxmlformats.org/officeDocument/2006/relationships/customXml" Target="../ink/ink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1168401"/>
            <a:ext cx="643128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0360" y="3731247"/>
            <a:ext cx="6431280" cy="1655762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B0F0"/>
                </a:solidFill>
                <a:latin typeface="IBM Plex Mono Text" panose="020B05090502030002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 dirty="0">
                <a:latin typeface="Helv"/>
              </a:rPr>
              <a:t>© IBM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485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14:cNvPr>
              <p14:cNvContentPartPr/>
              <p14:nvPr userDrawn="1"/>
            </p14:nvContentPartPr>
            <p14:xfrm>
              <a:off x="1837276" y="6444633"/>
              <a:ext cx="39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F3045DE-3AB7-4E3E-A391-4F9107A8F8C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7636" y="6264993"/>
                <a:ext cx="183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14:cNvPr>
              <p14:cNvContentPartPr/>
              <p14:nvPr userDrawn="1"/>
            </p14:nvContentPartPr>
            <p14:xfrm>
              <a:off x="1846276" y="643599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4BE9BD-96C6-496B-8F87-BF8B5FE687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55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47CB02-1206-4981-BA1F-98056CC7D0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0AC9549-295A-481F-BAC1-D217607B14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2B34FC-FED6-4B35-B336-2C001BF70F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937588D-ADB8-4462-B727-CA3C34F68C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14:cNvPr>
              <p14:cNvContentPartPr/>
              <p14:nvPr userDrawn="1"/>
            </p14:nvContentPartPr>
            <p14:xfrm>
              <a:off x="1846276" y="646263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0649580-583C-4B6A-9755-80D062662B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56276" y="6282993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14:cNvPr>
              <p14:cNvContentPartPr/>
              <p14:nvPr userDrawn="1"/>
            </p14:nvContentPartPr>
            <p14:xfrm>
              <a:off x="-222284" y="45362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563E662-A115-4BA9-A520-DAB1F8FFDB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2284" y="4356633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3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C0E56E-6DF9-1A4A-B8B3-5CCE0E34EE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F93DCE-FA02-D440-9E07-8488A5BEF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CFCBCB-1D32-9741-B77A-1BFE02DB6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06E48A-1141-0A4A-92F9-E51452A180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9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IBM Plex Mono SemiBold" panose="020B0709050203000203" pitchFamily="49" charset="0"/>
              </a:defRPr>
            </a:lvl1pPr>
            <a:lvl2pPr>
              <a:defRPr sz="2800">
                <a:latin typeface="IBM Plex Mono Text" panose="020B0509050203000203" pitchFamily="49" charset="0"/>
              </a:defRPr>
            </a:lvl2pPr>
            <a:lvl3pPr>
              <a:defRPr sz="2400">
                <a:latin typeface="IBM Plex Mono Text" panose="020B0509050203000203" pitchFamily="49" charset="0"/>
              </a:defRPr>
            </a:lvl3pPr>
            <a:lvl4pPr>
              <a:defRPr sz="2000">
                <a:latin typeface="IBM Plex Mono Text" panose="020B0509050203000203" pitchFamily="49" charset="0"/>
              </a:defRPr>
            </a:lvl4pPr>
            <a:lvl5pPr>
              <a:defRPr sz="2000">
                <a:latin typeface="IBM Plex Mono Text" panose="020B0509050203000203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60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IBM Plex Mono Text" panose="020B0509050203000203" pitchFamily="49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9268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IBM Plex Mono Text" panose="020B0509050203000203" pitchFamily="49" charset="0"/>
              </a:defRPr>
            </a:lvl1pPr>
            <a:lvl2pPr>
              <a:defRPr>
                <a:latin typeface="IBM Plex Mono Text" panose="020B0509050203000203" pitchFamily="49" charset="0"/>
              </a:defRPr>
            </a:lvl2pPr>
            <a:lvl3pPr>
              <a:defRPr>
                <a:latin typeface="IBM Plex Mono Text" panose="020B0509050203000203" pitchFamily="49" charset="0"/>
              </a:defRPr>
            </a:lvl3pPr>
            <a:lvl4pPr>
              <a:defRPr>
                <a:latin typeface="IBM Plex Mono Text" panose="020B0509050203000203" pitchFamily="49" charset="0"/>
              </a:defRPr>
            </a:lvl4pPr>
            <a:lvl5pPr>
              <a:defRPr>
                <a:latin typeface="IBM Plex Mono Text" panose="020B0509050203000203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4706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5687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61547-18BE-8345-B662-68E923DBE5F1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40139" y="6371623"/>
            <a:ext cx="2456070" cy="378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8A02AB-648A-1143-A78D-9F86334C2B6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75870" y="6371623"/>
            <a:ext cx="3375991" cy="397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2884DB-FE2D-4B0A-B81D-5D9FAF9C5FA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861346"/>
            <a:ext cx="10058400" cy="569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5493"/>
          </a:solidFill>
          <a:latin typeface="IBM Plex Mono SemiBold" panose="020B0709050203000203" pitchFamily="49" charset="0"/>
          <a:ea typeface="IBM Plex Mono SemiBold" panose="020B0709050203000203" pitchFamily="49" charset="0"/>
          <a:cs typeface="IBM Plex Mono SemiBold" panose="020B0709050203000203" pitchFamily="49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0070C0"/>
          </a:solidFill>
          <a:latin typeface="IBM Plex Mono Text" panose="020B0509050203000203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5.png"/><Relationship Id="rId26" Type="http://schemas.openxmlformats.org/officeDocument/2006/relationships/customXml" Target="../ink/ink22.xml"/><Relationship Id="rId3" Type="http://schemas.openxmlformats.org/officeDocument/2006/relationships/image" Target="../media/image6.png"/><Relationship Id="rId21" Type="http://schemas.openxmlformats.org/officeDocument/2006/relationships/image" Target="../media/image4.png"/><Relationship Id="rId34" Type="http://schemas.openxmlformats.org/officeDocument/2006/relationships/customXml" Target="../ink/ink29.xml"/><Relationship Id="rId7" Type="http://schemas.openxmlformats.org/officeDocument/2006/relationships/customXml" Target="../ink/ink10.xml"/><Relationship Id="rId12" Type="http://schemas.openxmlformats.org/officeDocument/2006/relationships/customXml" Target="../ink/ink14.xml"/><Relationship Id="rId17" Type="http://schemas.openxmlformats.org/officeDocument/2006/relationships/customXml" Target="../ink/ink15.xml"/><Relationship Id="rId25" Type="http://schemas.openxmlformats.org/officeDocument/2006/relationships/customXml" Target="../ink/ink21.xml"/><Relationship Id="rId3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customXml" Target="../ink/ink17.xml"/><Relationship Id="rId29" Type="http://schemas.openxmlformats.org/officeDocument/2006/relationships/customXml" Target="../ink/ink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customXml" Target="../ink/ink13.xml"/><Relationship Id="rId24" Type="http://schemas.openxmlformats.org/officeDocument/2006/relationships/customXml" Target="../ink/ink20.xml"/><Relationship Id="rId32" Type="http://schemas.openxmlformats.org/officeDocument/2006/relationships/customXml" Target="../ink/ink28.xml"/><Relationship Id="rId23" Type="http://schemas.openxmlformats.org/officeDocument/2006/relationships/customXml" Target="../ink/ink19.xml"/><Relationship Id="rId28" Type="http://schemas.openxmlformats.org/officeDocument/2006/relationships/customXml" Target="../ink/ink24.xml"/><Relationship Id="rId36" Type="http://schemas.openxmlformats.org/officeDocument/2006/relationships/image" Target="../media/image7.png"/><Relationship Id="rId10" Type="http://schemas.openxmlformats.org/officeDocument/2006/relationships/customXml" Target="../ink/ink12.xml"/><Relationship Id="rId19" Type="http://schemas.openxmlformats.org/officeDocument/2006/relationships/customXml" Target="../ink/ink16.xml"/><Relationship Id="rId31" Type="http://schemas.openxmlformats.org/officeDocument/2006/relationships/customXml" Target="../ink/ink27.xml"/><Relationship Id="rId4" Type="http://schemas.openxmlformats.org/officeDocument/2006/relationships/customXml" Target="../ink/ink9.xml"/><Relationship Id="rId9" Type="http://schemas.openxmlformats.org/officeDocument/2006/relationships/customXml" Target="../ink/ink11.xml"/><Relationship Id="rId22" Type="http://schemas.openxmlformats.org/officeDocument/2006/relationships/customXml" Target="../ink/ink18.xml"/><Relationship Id="rId27" Type="http://schemas.openxmlformats.org/officeDocument/2006/relationships/customXml" Target="../ink/ink23.xml"/><Relationship Id="rId30" Type="http://schemas.openxmlformats.org/officeDocument/2006/relationships/customXml" Target="../ink/ink26.xml"/><Relationship Id="rId35" Type="http://schemas.openxmlformats.org/officeDocument/2006/relationships/customXml" Target="../ink/ink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18.png"/><Relationship Id="rId18" Type="http://schemas.openxmlformats.org/officeDocument/2006/relationships/customXml" Target="../ink/ink40.xml"/><Relationship Id="rId3" Type="http://schemas.openxmlformats.org/officeDocument/2006/relationships/customXml" Target="../ink/ink31.xml"/><Relationship Id="rId7" Type="http://schemas.openxmlformats.org/officeDocument/2006/relationships/image" Target="../media/image5.png"/><Relationship Id="rId12" Type="http://schemas.openxmlformats.org/officeDocument/2006/relationships/customXml" Target="../ink/ink35.xml"/><Relationship Id="rId17" Type="http://schemas.openxmlformats.org/officeDocument/2006/relationships/customXml" Target="../ink/ink39.xml"/><Relationship Id="rId2" Type="http://schemas.openxmlformats.org/officeDocument/2006/relationships/image" Target="../media/image10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7.png"/><Relationship Id="rId15" Type="http://schemas.openxmlformats.org/officeDocument/2006/relationships/customXml" Target="../ink/ink37.xml"/><Relationship Id="rId10" Type="http://schemas.openxmlformats.org/officeDocument/2006/relationships/customXml" Target="../ink/ink34.xml"/><Relationship Id="rId9" Type="http://schemas.openxmlformats.org/officeDocument/2006/relationships/customXml" Target="../ink/ink33.xml"/><Relationship Id="rId14" Type="http://schemas.openxmlformats.org/officeDocument/2006/relationships/customXml" Target="../ink/ink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73FE-1F8B-4DED-8DC0-71E98767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199" y="1478096"/>
            <a:ext cx="5339443" cy="321636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E659B"/>
                </a:solidFill>
              </a:rPr>
              <a:t>Analysis of Emerging Technologies and Desirable Skills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BA16E-D1FA-4491-9564-DD4BCFEAC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69" y="1825625"/>
            <a:ext cx="4794861" cy="4351338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3383873-F31C-4E31-B4BA-B40D5027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792435"/>
            <a:ext cx="5181600" cy="13845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Philip Tegg</a:t>
            </a:r>
          </a:p>
          <a:p>
            <a:pPr marL="0" indent="0">
              <a:buNone/>
            </a:pPr>
            <a:r>
              <a:rPr lang="en-US" dirty="0"/>
              <a:t>21-Jul-2022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14:cNvPr>
              <p14:cNvContentPartPr/>
              <p14:nvPr/>
            </p14:nvContentPartPr>
            <p14:xfrm>
              <a:off x="1388880" y="6545472"/>
              <a:ext cx="1390320" cy="112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9E41AB-16C2-481D-B8C5-779DDB0460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5240" y="6437472"/>
                <a:ext cx="149796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14:cNvPr>
              <p14:cNvContentPartPr/>
              <p14:nvPr/>
            </p14:nvContentPartPr>
            <p14:xfrm>
              <a:off x="2218680" y="6595872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0DC8B94-332B-48F1-BD44-5D8DC140F9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4680" y="64878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975E1FA-D9DC-4E9B-96CB-AF4B208FDD0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54E5C77-5960-45F2-A8F4-437BBCEB1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14:cNvPr>
              <p14:cNvContentPartPr/>
              <p14:nvPr/>
            </p14:nvContentPartPr>
            <p14:xfrm>
              <a:off x="2169720" y="658291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599CA86-0AA4-43B0-9BD8-C408990EDF1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15720" y="647527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14:cNvPr>
              <p14:cNvContentPartPr/>
              <p14:nvPr/>
            </p14:nvContentPartPr>
            <p14:xfrm>
              <a:off x="-1512000" y="5066496"/>
              <a:ext cx="360" cy="5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01B0B0D-23C0-406D-81B1-53560BEA608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-1602000" y="4886496"/>
                <a:ext cx="180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E36B71F-8617-4B05-A565-CA68910B66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14:cNvPr>
              <p14:cNvContentPartPr/>
              <p14:nvPr/>
            </p14:nvContentPartPr>
            <p14:xfrm>
              <a:off x="2998440" y="103593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E9255F-D54C-4938-861C-0719B9528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08800" y="85593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14:cNvPr>
              <p14:cNvContentPartPr/>
              <p14:nvPr/>
            </p14:nvContentPartPr>
            <p14:xfrm>
              <a:off x="2993760" y="1035936"/>
              <a:ext cx="504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A7B024-B577-4CAE-BEB0-A6669B5013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904120" y="8559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14:cNvPr>
              <p14:cNvContentPartPr/>
              <p14:nvPr/>
            </p14:nvContentPartPr>
            <p14:xfrm>
              <a:off x="3729960" y="950616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A5D064-5764-4BC6-889A-E61EBBCB27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0320" y="770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14:cNvPr>
              <p14:cNvContentPartPr/>
              <p14:nvPr/>
            </p14:nvContentPartPr>
            <p14:xfrm>
              <a:off x="3620520" y="104781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B02C25-2F1E-43D4-A77C-3F295035E34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0880" y="86817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14:cNvPr>
              <p14:cNvContentPartPr/>
              <p14:nvPr/>
            </p14:nvContentPartPr>
            <p14:xfrm>
              <a:off x="7131960" y="2462616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BA54EC1-BC0A-44CE-B6F6-610C5C43FEA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2826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14:cNvPr>
              <p14:cNvContentPartPr/>
              <p14:nvPr/>
            </p14:nvContentPartPr>
            <p14:xfrm>
              <a:off x="7131960" y="2510856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047CCDF-AC55-4CA2-8CC2-5DEAB5DBDA7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041960" y="23312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14:cNvPr>
              <p14:cNvContentPartPr/>
              <p14:nvPr/>
            </p14:nvContentPartPr>
            <p14:xfrm>
              <a:off x="6644160" y="4559256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C113320-A213-4066-90BD-CDA6F321CA3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4160" y="4379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14:cNvPr>
              <p14:cNvContentPartPr/>
              <p14:nvPr/>
            </p14:nvContentPartPr>
            <p14:xfrm>
              <a:off x="-1926720" y="3961656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393B7F9-52EB-4DF0-9F3C-D38FF40779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016720" y="37820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14:cNvPr>
              <p14:cNvContentPartPr/>
              <p14:nvPr/>
            </p14:nvContentPartPr>
            <p14:xfrm>
              <a:off x="-1049040" y="3218256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4B2D232-CEF5-419B-B1A5-8DBEA2B7E5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138680" y="303825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14:cNvPr>
              <p14:cNvContentPartPr/>
              <p14:nvPr/>
            </p14:nvContentPartPr>
            <p14:xfrm>
              <a:off x="2047680" y="102369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62E2CCD-E783-4EB0-A449-D3A45EEDACA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57680" y="84369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14:cNvPr>
              <p14:cNvContentPartPr/>
              <p14:nvPr/>
            </p14:nvContentPartPr>
            <p14:xfrm>
              <a:off x="2084400" y="1023696"/>
              <a:ext cx="504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A6B9D4B-B599-4E13-8CD4-9AE1EA05DD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94760" y="84369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14:cNvPr>
              <p14:cNvContentPartPr/>
              <p14:nvPr/>
            </p14:nvContentPartPr>
            <p14:xfrm>
              <a:off x="1987200" y="1011456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5EBC98-2995-4202-8847-0A06CF1848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97200" y="831816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14:cNvPr>
              <p14:cNvContentPartPr/>
              <p14:nvPr/>
            </p14:nvContentPartPr>
            <p14:xfrm>
              <a:off x="-1855800" y="657936"/>
              <a:ext cx="27000" cy="23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5DA6E77-6091-41F4-942A-0F309A3D200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-1945800" y="477936"/>
                <a:ext cx="20664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14:cNvPr>
              <p14:cNvContentPartPr/>
              <p14:nvPr/>
            </p14:nvContentPartPr>
            <p14:xfrm>
              <a:off x="-268560" y="816336"/>
              <a:ext cx="50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3F3AD06-2FD6-4505-B7DB-A8FB3DED0B4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-358200" y="636336"/>
                <a:ext cx="1846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14:cNvPr>
              <p14:cNvContentPartPr/>
              <p14:nvPr/>
            </p14:nvContentPartPr>
            <p14:xfrm>
              <a:off x="-2207160" y="1998936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248AF4-5127-48C9-B6A2-7581108712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-2216160" y="19899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7914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37F9FA-3571-49C2-8811-B1159FCC0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4" y="263810"/>
            <a:ext cx="8508528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185CBD-ED91-4F24-BEB9-8E33AD8AC3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2BD37A-4777-4658-98DC-561C88BBD6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38120" y="783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D6F0DE4-0F5C-4DBC-980B-FA84561A3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4F830F4-CC15-48E6-AB15-04ED683CA0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38160" y="746232"/>
                <a:ext cx="18288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14:cNvPr>
              <p14:cNvContentPartPr/>
              <p14:nvPr/>
            </p14:nvContentPartPr>
            <p14:xfrm>
              <a:off x="-2109240" y="2669712"/>
              <a:ext cx="1980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8EA1C91-5384-4260-8EC9-8379C64344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99240" y="2489712"/>
                <a:ext cx="1994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7E9F6ED-ACEE-438F-A76C-C66263E59B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56CB11-8AE3-4EA0-B556-BBB572803B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8E27AEC-BDF9-49A4-A10A-6F5F64F01E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D1CCCF-5EBB-4FB3-A293-78C2894622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6240" y="270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EC3AB97-946C-4D62-AEB0-E11D486AFB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124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21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1428750"/>
            <a:ext cx="7634782" cy="5124285"/>
          </a:xfrm>
        </p:spPr>
        <p:txBody>
          <a:bodyPr>
            <a:normAutofit/>
          </a:bodyPr>
          <a:lstStyle/>
          <a:p>
            <a:r>
              <a:rPr lang="en-US" sz="1600" dirty="0"/>
              <a:t>The purpose of this analysis is to identify trends in emerging technologies in order to determine future IT skill requirements.</a:t>
            </a:r>
          </a:p>
          <a:p>
            <a:r>
              <a:rPr lang="en-US" sz="1600" dirty="0"/>
              <a:t>Data was collected from the </a:t>
            </a:r>
            <a:r>
              <a:rPr lang="en-US" sz="1600" dirty="0" err="1"/>
              <a:t>Github</a:t>
            </a:r>
            <a:r>
              <a:rPr lang="en-US" sz="1600" dirty="0"/>
              <a:t> Jobs API, as well as the Stack Overflow Developer Survey.</a:t>
            </a:r>
          </a:p>
          <a:p>
            <a:r>
              <a:rPr lang="en-US" sz="1600" dirty="0"/>
              <a:t>Most popular current technologies:</a:t>
            </a:r>
          </a:p>
          <a:p>
            <a:pPr lvl="1"/>
            <a:r>
              <a:rPr lang="en-US" sz="1600" dirty="0"/>
              <a:t>Language – </a:t>
            </a:r>
            <a:r>
              <a:rPr lang="en-US" sz="1600" dirty="0" err="1"/>
              <a:t>Javascript</a:t>
            </a:r>
            <a:endParaRPr lang="en-US" sz="1600" dirty="0"/>
          </a:p>
          <a:p>
            <a:pPr lvl="1"/>
            <a:r>
              <a:rPr lang="en-US" sz="1600" dirty="0"/>
              <a:t>Database - MySQL</a:t>
            </a:r>
          </a:p>
          <a:p>
            <a:pPr lvl="1"/>
            <a:r>
              <a:rPr lang="en-US" sz="1600" dirty="0"/>
              <a:t>Platform – Linux</a:t>
            </a:r>
          </a:p>
          <a:p>
            <a:pPr lvl="1"/>
            <a:r>
              <a:rPr lang="en-US" sz="1600" dirty="0"/>
              <a:t>Web Framework – jQuery</a:t>
            </a:r>
          </a:p>
          <a:p>
            <a:r>
              <a:rPr lang="en-US" sz="1600" dirty="0"/>
              <a:t>Most desirable technologies for next year:</a:t>
            </a:r>
          </a:p>
          <a:p>
            <a:pPr lvl="1"/>
            <a:r>
              <a:rPr lang="en-US" sz="1600" dirty="0"/>
              <a:t>Language – </a:t>
            </a:r>
            <a:r>
              <a:rPr lang="en-US" sz="1600" dirty="0" err="1"/>
              <a:t>Javascript</a:t>
            </a:r>
            <a:endParaRPr lang="en-US" sz="1600" dirty="0"/>
          </a:p>
          <a:p>
            <a:pPr lvl="1"/>
            <a:r>
              <a:rPr lang="en-US" sz="1600" dirty="0"/>
              <a:t>Database – PostgreSQL</a:t>
            </a:r>
          </a:p>
          <a:p>
            <a:pPr lvl="1"/>
            <a:r>
              <a:rPr lang="en-US" sz="1600" dirty="0"/>
              <a:t>Platform - Linux</a:t>
            </a:r>
          </a:p>
          <a:p>
            <a:pPr lvl="1"/>
            <a:r>
              <a:rPr lang="en-US" sz="1600" dirty="0"/>
              <a:t>Web Framework – React.js</a:t>
            </a:r>
          </a:p>
          <a:p>
            <a:r>
              <a:rPr lang="en-US" sz="1600" dirty="0"/>
              <a:t>Recommended most desirable new skills :</a:t>
            </a:r>
          </a:p>
          <a:p>
            <a:pPr lvl="1"/>
            <a:r>
              <a:rPr lang="en-US" sz="1600" dirty="0"/>
              <a:t>Database – PostgreSQL</a:t>
            </a:r>
          </a:p>
          <a:p>
            <a:pPr lvl="1"/>
            <a:r>
              <a:rPr lang="en-US" sz="1600" dirty="0"/>
              <a:t>Web Framework – React.js</a:t>
            </a:r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78B9B-93A7-4517-9E78-2F5C028F2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2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8731-59BB-48A2-A901-D7C35E91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710A13-9821-054D-8648-FB592F1CDDD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purpose of this analysis was to look at the most popular technologies used in IT and determine what new technologies are emerging, and hence which new skills are desirable.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Key Questions to answer:</a:t>
            </a:r>
          </a:p>
          <a:p>
            <a:pPr lvl="1"/>
            <a:r>
              <a:rPr lang="en-US" sz="1800" dirty="0"/>
              <a:t>What are the top programming languages in demand?</a:t>
            </a:r>
          </a:p>
          <a:p>
            <a:pPr lvl="1"/>
            <a:r>
              <a:rPr lang="en-US" sz="1800" dirty="0"/>
              <a:t>What are the top database skills in demand?</a:t>
            </a:r>
          </a:p>
          <a:p>
            <a:pPr lvl="1"/>
            <a:r>
              <a:rPr lang="en-US" sz="1800" dirty="0"/>
              <a:t>What are the top IDEs?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1800" dirty="0"/>
              <a:t>The information will be gathered from multiple sources:</a:t>
            </a:r>
          </a:p>
          <a:p>
            <a:pPr lvl="1"/>
            <a:r>
              <a:rPr lang="en-US" sz="1800" dirty="0"/>
              <a:t>Job postings</a:t>
            </a:r>
          </a:p>
          <a:p>
            <a:pPr lvl="1"/>
            <a:r>
              <a:rPr lang="en-US" sz="1800" dirty="0"/>
              <a:t>Training Portals</a:t>
            </a:r>
          </a:p>
          <a:p>
            <a:pPr lvl="1"/>
            <a:r>
              <a:rPr lang="en-US" sz="1800" dirty="0"/>
              <a:t>Surveys</a:t>
            </a:r>
          </a:p>
        </p:txBody>
      </p:sp>
    </p:spTree>
    <p:extLst>
      <p:ext uri="{BB962C8B-B14F-4D97-AF65-F5344CB8AC3E}">
        <p14:creationId xmlns:p14="http://schemas.microsoft.com/office/powerpoint/2010/main" val="710623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49486" y="1404256"/>
            <a:ext cx="7935685" cy="539659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Data Collection</a:t>
            </a:r>
          </a:p>
          <a:p>
            <a:pPr lvl="1"/>
            <a:r>
              <a:rPr lang="en-US" sz="1400" dirty="0"/>
              <a:t>Job openings for technologies were collected from the GitHub Jobs API.</a:t>
            </a:r>
          </a:p>
          <a:p>
            <a:pPr lvl="1"/>
            <a:r>
              <a:rPr lang="en-US" sz="1400" dirty="0"/>
              <a:t>Salary data were gathered from job postings via Web Scraping.</a:t>
            </a:r>
          </a:p>
          <a:p>
            <a:pPr lvl="1"/>
            <a:r>
              <a:rPr lang="en-US" sz="1400" dirty="0"/>
              <a:t>Survey data from Stack Overflow on current and desired technologies were queried from a database.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Data Wrangling</a:t>
            </a:r>
          </a:p>
          <a:p>
            <a:pPr lvl="1"/>
            <a:r>
              <a:rPr lang="en-US" sz="1400" dirty="0"/>
              <a:t>Duplicates rows were removed from the data.</a:t>
            </a:r>
          </a:p>
          <a:p>
            <a:pPr lvl="1"/>
            <a:r>
              <a:rPr lang="en-US" sz="1400" dirty="0"/>
              <a:t>Missing values for work locations were determined.</a:t>
            </a:r>
          </a:p>
          <a:p>
            <a:pPr lvl="1"/>
            <a:r>
              <a:rPr lang="en-US" sz="1400" dirty="0"/>
              <a:t>Salary data were normalized.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Exploratory Data Analysis</a:t>
            </a:r>
          </a:p>
          <a:p>
            <a:pPr lvl="1"/>
            <a:r>
              <a:rPr lang="en-US" sz="1400" dirty="0"/>
              <a:t>The distribution of salaries and ages were explored.</a:t>
            </a:r>
          </a:p>
          <a:p>
            <a:pPr lvl="1"/>
            <a:r>
              <a:rPr lang="en-US" sz="1400" dirty="0"/>
              <a:t>Outliers for salaries and age were found.</a:t>
            </a:r>
          </a:p>
          <a:p>
            <a:pPr lvl="1"/>
            <a:r>
              <a:rPr lang="en-US" sz="1400" dirty="0"/>
              <a:t>Correlations between age and other categories were measured.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/>
              <a:t>Visualisation</a:t>
            </a:r>
            <a:r>
              <a:rPr lang="en-US" sz="1800" dirty="0"/>
              <a:t> of The Data</a:t>
            </a:r>
          </a:p>
          <a:p>
            <a:pPr lvl="1"/>
            <a:r>
              <a:rPr lang="en-US" sz="1400" dirty="0"/>
              <a:t>Distributions – a histogram and box plot were both created for Age.</a:t>
            </a:r>
          </a:p>
          <a:p>
            <a:pPr lvl="1"/>
            <a:r>
              <a:rPr lang="en-US" sz="1400" dirty="0"/>
              <a:t>Relationship – a scatter plot for Age vs </a:t>
            </a:r>
            <a:r>
              <a:rPr lang="en-US" sz="1400" dirty="0" err="1"/>
              <a:t>WorkWeekHrs</a:t>
            </a:r>
            <a:r>
              <a:rPr lang="en-US" sz="1400" dirty="0"/>
              <a:t>, </a:t>
            </a:r>
          </a:p>
          <a:p>
            <a:pPr marL="1371600" lvl="3" indent="0">
              <a:buNone/>
            </a:pPr>
            <a:r>
              <a:rPr lang="en-US" sz="800" dirty="0"/>
              <a:t>	</a:t>
            </a:r>
            <a:r>
              <a:rPr lang="en-US" sz="1400" dirty="0"/>
              <a:t>a bubble plot for Age vs </a:t>
            </a:r>
            <a:r>
              <a:rPr lang="en-US" sz="1400" dirty="0" err="1"/>
              <a:t>WorkWeekHrs</a:t>
            </a:r>
            <a:r>
              <a:rPr lang="en-US" sz="1400" dirty="0"/>
              <a:t> and </a:t>
            </a:r>
            <a:r>
              <a:rPr lang="en-US" sz="1400" dirty="0" err="1"/>
              <a:t>CodeRevHrs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Composition – a pie chart was created to show the top 5 most desirable languages for next year,</a:t>
            </a:r>
          </a:p>
          <a:p>
            <a:pPr marL="1828800" lvl="4" indent="0">
              <a:buNone/>
            </a:pPr>
            <a:r>
              <a:rPr lang="en-US" sz="1400" dirty="0"/>
              <a:t>a stacked column chart showed median </a:t>
            </a:r>
            <a:r>
              <a:rPr lang="en-US" sz="1400" dirty="0" err="1"/>
              <a:t>WorkWeekHrs</a:t>
            </a:r>
            <a:r>
              <a:rPr lang="en-US" sz="1400" dirty="0"/>
              <a:t> and median </a:t>
            </a:r>
            <a:r>
              <a:rPr lang="en-US" sz="1400" dirty="0" err="1"/>
              <a:t>CodeRevHrs</a:t>
            </a:r>
            <a:r>
              <a:rPr lang="en-US" sz="1400" dirty="0"/>
              <a:t> vs Age.</a:t>
            </a:r>
            <a:endParaRPr lang="en-US" sz="800" dirty="0"/>
          </a:p>
          <a:p>
            <a:pPr lvl="1"/>
            <a:r>
              <a:rPr lang="en-US" sz="1400" dirty="0"/>
              <a:t>Comparison – a line chart shows the median salary by Age, and  a column chart shows </a:t>
            </a:r>
            <a:r>
              <a:rPr lang="en-US" sz="1400" dirty="0" err="1"/>
              <a:t>MainBranch</a:t>
            </a:r>
            <a:r>
              <a:rPr lang="en-US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Dashboard</a:t>
            </a:r>
          </a:p>
          <a:p>
            <a:pPr lvl="1"/>
            <a:r>
              <a:rPr lang="en-US" sz="1400" dirty="0"/>
              <a:t>A dashboard was created in Cognos to visualize current technology usage, future trends, and demographics.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This  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E176B-DE78-4B75-AC9E-2A422E82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59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3114" y="1825625"/>
            <a:ext cx="70687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64666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&lt;Bar chart of top 5 programming languages for the current year goes here.&gt;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&lt; Bar chart of top 5 programming languages for the next year goes here.&gt;</a:t>
            </a:r>
          </a:p>
        </p:txBody>
      </p:sp>
    </p:spTree>
    <p:extLst>
      <p:ext uri="{BB962C8B-B14F-4D97-AF65-F5344CB8AC3E}">
        <p14:creationId xmlns:p14="http://schemas.microsoft.com/office/powerpoint/2010/main" val="195725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extLst>
      <p:ext uri="{BB962C8B-B14F-4D97-AF65-F5344CB8AC3E}">
        <p14:creationId xmlns:p14="http://schemas.microsoft.com/office/powerpoint/2010/main" val="54556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3C2F43-A283-4FD4-9C0D-BFF93C50AC01}"/>
              </a:ext>
            </a:extLst>
          </p:cNvPr>
          <p:cNvSpPr txBox="1">
            <a:spLocks/>
          </p:cNvSpPr>
          <p:nvPr/>
        </p:nvSpPr>
        <p:spPr>
          <a:xfrm>
            <a:off x="838199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&lt; Bar chart of top 5 databases for the current year goes here &gt;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706D50-7D14-4DB8-BE17-5497AA1715EE}"/>
              </a:ext>
            </a:extLst>
          </p:cNvPr>
          <p:cNvSpPr txBox="1">
            <a:spLocks/>
          </p:cNvSpPr>
          <p:nvPr/>
        </p:nvSpPr>
        <p:spPr>
          <a:xfrm>
            <a:off x="6172200" y="250666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&lt; Bar chart of top 5 databases for the next year goes here.&gt;</a:t>
            </a:r>
          </a:p>
        </p:txBody>
      </p:sp>
    </p:spTree>
    <p:extLst>
      <p:ext uri="{BB962C8B-B14F-4D97-AF65-F5344CB8AC3E}">
        <p14:creationId xmlns:p14="http://schemas.microsoft.com/office/powerpoint/2010/main" val="1074638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extLst>
      <p:ext uri="{BB962C8B-B14F-4D97-AF65-F5344CB8AC3E}">
        <p14:creationId xmlns:p14="http://schemas.microsoft.com/office/powerpoint/2010/main" val="2659604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075" y="3142210"/>
            <a:ext cx="7068725" cy="256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&lt;The permanent link of the read-only view of the Cognos dashboard goes here.&gt;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6C466-B847-478E-ADAD-F2B14AA50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1 goes here</a:t>
            </a:r>
          </a:p>
        </p:txBody>
      </p:sp>
    </p:spTree>
    <p:extLst>
      <p:ext uri="{BB962C8B-B14F-4D97-AF65-F5344CB8AC3E}">
        <p14:creationId xmlns:p14="http://schemas.microsoft.com/office/powerpoint/2010/main" val="91685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2 goes here</a:t>
            </a:r>
          </a:p>
        </p:txBody>
      </p:sp>
    </p:spTree>
    <p:extLst>
      <p:ext uri="{BB962C8B-B14F-4D97-AF65-F5344CB8AC3E}">
        <p14:creationId xmlns:p14="http://schemas.microsoft.com/office/powerpoint/2010/main" val="326612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C0E64-0E5B-4BA1-BC72-30FA1DE96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3 goes here</a:t>
            </a:r>
          </a:p>
        </p:txBody>
      </p:sp>
    </p:spTree>
    <p:extLst>
      <p:ext uri="{BB962C8B-B14F-4D97-AF65-F5344CB8AC3E}">
        <p14:creationId xmlns:p14="http://schemas.microsoft.com/office/powerpoint/2010/main" val="3517973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E5FA6B-CA5C-4FB5-AAB3-8260D2EF86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3331" y="1825625"/>
            <a:ext cx="4351338" cy="4351338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13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25F-7CB4-4C06-B037-C81D2DED9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0D20-FACF-4D73-BD27-CF8F6B975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A89D-097D-4968-A07A-39A5B4F78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extLst>
      <p:ext uri="{BB962C8B-B14F-4D97-AF65-F5344CB8AC3E}">
        <p14:creationId xmlns:p14="http://schemas.microsoft.com/office/powerpoint/2010/main" val="64727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4351338"/>
          </a:xfrm>
        </p:spPr>
        <p:txBody>
          <a:bodyPr/>
          <a:lstStyle/>
          <a:p>
            <a:r>
              <a:rPr lang="en-US" dirty="0"/>
              <a:t>Point 1</a:t>
            </a:r>
          </a:p>
          <a:p>
            <a:r>
              <a:rPr lang="en-US" dirty="0"/>
              <a:t>Point 2</a:t>
            </a:r>
          </a:p>
          <a:p>
            <a:r>
              <a:rPr lang="en-US" dirty="0"/>
              <a:t>Point 3</a:t>
            </a:r>
          </a:p>
          <a:p>
            <a:r>
              <a:rPr lang="en-US" dirty="0"/>
              <a:t>Point 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13141-2139-434F-83AB-CF1C80A7AC4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4291" y="1825625"/>
            <a:ext cx="6809509" cy="4351338"/>
          </a:xfrm>
        </p:spPr>
        <p:txBody>
          <a:bodyPr/>
          <a:lstStyle/>
          <a:p>
            <a:r>
              <a:rPr lang="en-US" dirty="0"/>
              <a:t>Include any relevant additional charts, or tables that you may have created during the analysis phase.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D63823-FC2E-4AC2-93D5-3C2B6F3154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191385"/>
            <a:ext cx="10489276" cy="2862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In Module 1 you have collected the job posting data using Job API in a file named “</a:t>
            </a:r>
            <a:r>
              <a:rPr lang="en-IN" sz="2400" dirty="0"/>
              <a:t>job-postings.xlsx</a:t>
            </a:r>
            <a:r>
              <a:rPr lang="en-US" sz="2200" dirty="0"/>
              <a:t>”. Present that data using a bar chart here. Order the bar chart in the descending order of the number of job </a:t>
            </a:r>
            <a:r>
              <a:rPr lang="en-US" sz="2200"/>
              <a:t>postings.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78551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3BEC0-94F5-4226-A9E7-51B66045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FD5C4-FE5F-46D2-ABC9-49FA4BB8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8305" y="2191385"/>
            <a:ext cx="10525371" cy="2862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In Module 1 you have collected the job postings data using web scraping in a file named “</a:t>
            </a:r>
            <a:r>
              <a:rPr lang="en-IN" sz="2400" dirty="0"/>
              <a:t>popular-</a:t>
            </a:r>
            <a:r>
              <a:rPr lang="en-IN" sz="2400" dirty="0" err="1"/>
              <a:t>languages.csv</a:t>
            </a:r>
            <a:r>
              <a:rPr lang="en-US" sz="2200" dirty="0"/>
              <a:t>”. Present that data using a bar chart here. Order the bar chart in the descending order of salary.</a:t>
            </a:r>
          </a:p>
        </p:txBody>
      </p:sp>
    </p:spTree>
    <p:extLst>
      <p:ext uri="{BB962C8B-B14F-4D97-AF65-F5344CB8AC3E}">
        <p14:creationId xmlns:p14="http://schemas.microsoft.com/office/powerpoint/2010/main" val="1817399028"/>
      </p:ext>
    </p:extLst>
  </p:cSld>
  <p:clrMapOvr>
    <a:masterClrMapping/>
  </p:clrMapOvr>
</p:sld>
</file>

<file path=ppt/theme/theme1.xml><?xml version="1.0" encoding="utf-8"?>
<a:theme xmlns:a="http://schemas.openxmlformats.org/drawingml/2006/main" name="SLIDE_TEMPLATE_skill_netwo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BM Plex Sans SemiBold"/>
        <a:ea typeface=""/>
        <a:cs typeface=""/>
      </a:majorFont>
      <a:minorFont>
        <a:latin typeface="IBM Plex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final PPT template.pptx" id="{F28CB670-EDE3-4FD8-A231-7FA031A67C03}" vid="{06644C38-457B-4174-9AD6-1A9A0DF394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1" ma:contentTypeDescription="Create a new document." ma:contentTypeScope="" ma:versionID="4bc1015ece1c23b1ef2f55a62f11494f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efbf6837a43ed91190e40f849f23a13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7AE8FE-83F0-42D0-BB5E-14AD3FB1DE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1943</TotalTime>
  <Words>703</Words>
  <Application>Microsoft Office PowerPoint</Application>
  <PresentationFormat>Widescreen</PresentationFormat>
  <Paragraphs>138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Helv</vt:lpstr>
      <vt:lpstr>IBM Plex Mono SemiBold</vt:lpstr>
      <vt:lpstr>IBM Plex Mono Text</vt:lpstr>
      <vt:lpstr>SLIDE_TEMPLATE_skill_network</vt:lpstr>
      <vt:lpstr>Analysis of Emerging Technologies and Desirable Skills </vt:lpstr>
      <vt:lpstr>OUTLINE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TRENDS</dc:title>
  <dc:creator>Steve Hord</dc:creator>
  <cp:lastModifiedBy>Phil Tegg</cp:lastModifiedBy>
  <cp:revision>18</cp:revision>
  <dcterms:created xsi:type="dcterms:W3CDTF">2020-10-28T18:29:43Z</dcterms:created>
  <dcterms:modified xsi:type="dcterms:W3CDTF">2022-07-21T20:35:32Z</dcterms:modified>
</cp:coreProperties>
</file>